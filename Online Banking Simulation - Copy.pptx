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57" d="100"/>
          <a:sy n="57" d="100"/>
        </p:scale>
        <p:origin x="4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0EC8-91CD-F217-A6A0-344CB157A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6621B-22CB-A661-1223-E803C03BA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03B0C-853A-2800-019B-2D0031DD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22AB0-0EC4-C24C-70EF-AEE16EDB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87F2B-1562-9CE3-C3AE-7677E472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98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20C0D-1FB7-17EA-2861-D2F5D9C1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BD347-1A3B-D147-1726-F3885D4EE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63D54-4C9F-828A-0D7A-9A15A932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56C1-204B-F23B-A7D4-8DF82CFE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DE173-509E-BA90-67EF-1121951A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18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E3EE-EAB0-AA34-0EF2-C5033F721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35700-1E3B-3D14-2664-740E8B5A7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D5CC4-770F-DBBD-1431-F4BB9204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82C64-B974-8155-5BE5-2559EA8EC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CF38F-C672-4214-F085-36F5111E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66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A715-111D-8346-234D-D31DE7B0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A642E-FF73-1390-7B29-FD9366D55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8171D-BABE-9014-CAB2-FE1B4450B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BF41D-076C-5CA2-0842-BA0E373B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2103F-22B7-6064-2D52-B77BA99C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8846E-C4C9-4176-7166-FBC97363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7839B-0B55-CCD2-E237-C32B5E105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2FEDE-41BC-1656-EA00-985F94316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C32B4-7C53-9337-93A4-C261D6B15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AE731-116E-4DC4-02F4-8F5D2BC90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0F005-616D-D024-1B0C-D2B7EE692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355FA-0168-CF62-C62D-11604AAD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048F1-2278-BF12-88EA-3ADD2A5F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6B63F-D024-C631-43B1-9AAD6F4A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71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9694-EF73-0E89-451A-3FD70E5D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F6A99-A051-4228-B2F6-7E04080F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A5C7EA-1827-B690-963A-005B92C6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F746C-D629-D83A-A41E-FD1EEFE9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19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87FD2-9EE3-C2E6-57C4-D7B1333B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CCB69-C54C-E543-F472-874EADFF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E9C7B-E60E-8344-FD73-2738E917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41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4BCC-B168-E6CD-492A-71D843D3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EEF2A-6CDB-61BC-6041-29ABF16DE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B6B40-3663-DDDA-16E4-1261F7B1D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0E353-0318-2982-ED24-BC399292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A13BB-08D0-C85A-613E-16AE73B20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15B05-F31E-E2B4-917E-696EAD47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79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046B-34D9-9547-15B1-0FBE69E35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6C2F28-DD27-9965-4FC0-A0DCA3562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AB75D-70C1-3EAD-E73E-245CA71DF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E560E-0217-8E0E-D106-03B32745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32D03-050F-9AC4-30B3-F52750B5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72766-38C1-B549-76BA-DB06E885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48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098F-CBB6-87C2-2B22-970FAE21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3E066-3B7C-92A4-9D97-E2B3FAEBB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C4DA-4804-09F7-930E-05A13B41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2021C-7CB8-AE6E-A19D-C0C40FA2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9EE39-FC4E-0DCA-B000-AD8665C7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473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35A33-AE14-07C2-845F-F89B1FA4E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B65F1-5BAC-14A1-6848-A505D9CE3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B591E-8B28-403A-CC24-9AF0CAAF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AB98B-3946-F374-0ACF-5CEF5D18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C4230-ABBB-8B93-260E-A466C206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23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B1928-6384-7E62-A32E-70CA008F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234BF-0E87-8DBC-791C-B8735530A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C9665-8F5F-52EA-71D7-25F69A67E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F6939-B3CA-4AA0-87B4-E4E057556212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A1174-3976-E00B-5A05-68E3E2AEE5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F512-67D2-DFF3-A21B-1129E03F8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358F2-2C16-4300-84CE-1EF143002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36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B96837-201B-1A95-D6A7-F38F58E1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2074127"/>
          </a:xfrm>
        </p:spPr>
        <p:txBody>
          <a:bodyPr>
            <a:normAutofit/>
          </a:bodyPr>
          <a:lstStyle/>
          <a:p>
            <a:r>
              <a:rPr lang="en-IN" sz="4400" b="1" dirty="0"/>
              <a:t>Online Banking Simulation</a:t>
            </a:r>
            <a:r>
              <a:rPr lang="en-IN" sz="4000" b="1" dirty="0"/>
              <a:t>…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8AAF47-DA99-25FB-5614-1FE91859F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092498"/>
            <a:ext cx="5349139" cy="1776490"/>
          </a:xfrm>
        </p:spPr>
        <p:txBody>
          <a:bodyPr>
            <a:normAutofit/>
          </a:bodyPr>
          <a:lstStyle/>
          <a:p>
            <a:r>
              <a:rPr lang="en-IN" sz="2400" dirty="0"/>
              <a:t>Name: Md Faizan &amp; Sara Mohammad Jamil</a:t>
            </a:r>
          </a:p>
          <a:p>
            <a:r>
              <a:rPr lang="en-IN" sz="2400" dirty="0"/>
              <a:t>Admission No: 23SCSE1012768 &amp; 23SCSE1012440</a:t>
            </a:r>
          </a:p>
        </p:txBody>
      </p:sp>
      <p:pic>
        <p:nvPicPr>
          <p:cNvPr id="1026" name="Picture 2" descr="Banking Images - Free Download on Freepik">
            <a:extLst>
              <a:ext uri="{FF2B5EF4-FFF2-40B4-BE49-F238E27FC236}">
                <a16:creationId xmlns:a16="http://schemas.microsoft.com/office/drawing/2014/main" id="{A17DA933-1E97-1395-7542-C44DF413F3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70878"/>
            <a:ext cx="5962650" cy="460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317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CAE37D-5A2E-4F6A-58C1-F806D9AD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5678" y="500199"/>
            <a:ext cx="6035907" cy="1228240"/>
          </a:xfrm>
        </p:spPr>
        <p:txBody>
          <a:bodyPr>
            <a:normAutofit/>
          </a:bodyPr>
          <a:lstStyle/>
          <a:p>
            <a:r>
              <a:rPr lang="en-IN" sz="3600" dirty="0"/>
              <a:t>Introduction of Online Banking Simulation</a:t>
            </a:r>
          </a:p>
        </p:txBody>
      </p:sp>
      <p:pic>
        <p:nvPicPr>
          <p:cNvPr id="11" name="Content Placeholder 10" descr="A hand holding a phone&#10;&#10;Description automatically generated">
            <a:extLst>
              <a:ext uri="{FF2B5EF4-FFF2-40B4-BE49-F238E27FC236}">
                <a16:creationId xmlns:a16="http://schemas.microsoft.com/office/drawing/2014/main" id="{3AB63810-5198-7159-1234-1597D0C51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8" y="791737"/>
            <a:ext cx="4281487" cy="5039285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EF4620-CD5E-744C-C40A-0BCC61392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4888" y="1840898"/>
            <a:ext cx="6035907" cy="4247668"/>
          </a:xfrm>
        </p:spPr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b="1" dirty="0"/>
              <a:t>Convenience: </a:t>
            </a:r>
            <a:r>
              <a:rPr lang="en-GB" sz="2400" dirty="0"/>
              <a:t>Online banking offer accessibility to financial services from the comfort your home, anytime, anywhere.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400" b="1" dirty="0"/>
              <a:t>Efficiency:</a:t>
            </a:r>
            <a:r>
              <a:rPr lang="en-GB" sz="2400" dirty="0"/>
              <a:t> Save time and effort by completing banking tasks quickly and easily, without visiting a branch.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400" b="1" dirty="0"/>
              <a:t>Security:</a:t>
            </a:r>
            <a:r>
              <a:rPr lang="en-GB" sz="2400" dirty="0"/>
              <a:t> Modern online banking platforms employ advanced security measures to protect your financial data and transactions.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47970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F15C-8427-8432-D506-926036BA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78" y="247456"/>
            <a:ext cx="6564622" cy="741556"/>
          </a:xfrm>
        </p:spPr>
        <p:txBody>
          <a:bodyPr>
            <a:normAutofit/>
          </a:bodyPr>
          <a:lstStyle/>
          <a:p>
            <a:r>
              <a:rPr lang="en-IN" sz="3600" dirty="0"/>
              <a:t>Abstract for Online Banking</a:t>
            </a:r>
          </a:p>
        </p:txBody>
      </p:sp>
      <p:pic>
        <p:nvPicPr>
          <p:cNvPr id="8" name="Content Placeholder 7" descr="A fingerprint scanning on a green screen&#10;&#10;Description automatically generated">
            <a:extLst>
              <a:ext uri="{FF2B5EF4-FFF2-40B4-BE49-F238E27FC236}">
                <a16:creationId xmlns:a16="http://schemas.microsoft.com/office/drawing/2014/main" id="{873BC881-8046-6572-D037-9B2644D7F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275" y="1271588"/>
            <a:ext cx="4314825" cy="43148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239FB-A969-F035-61E0-11078CD8F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15122"/>
            <a:ext cx="6564622" cy="475386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600" b="1" dirty="0"/>
              <a:t>Project Overview</a:t>
            </a:r>
            <a:r>
              <a:rPr lang="en-GB" sz="2600" dirty="0"/>
              <a:t>: This is a Java-based online banking simulation that mimics real banking functions</a:t>
            </a:r>
            <a:r>
              <a:rPr lang="en-GB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600" b="1" dirty="0"/>
              <a:t>Purpose</a:t>
            </a:r>
            <a:r>
              <a:rPr lang="en-GB" sz="2600" dirty="0"/>
              <a:t>: To help users learn how to manage bank accounts online safely and easily.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600" b="1" dirty="0"/>
              <a:t>Technology Used</a:t>
            </a:r>
            <a:r>
              <a:rPr lang="en-GB" sz="2600" dirty="0"/>
              <a:t>: Built with Java, utilizing its object-oriented programming for efficient coding.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600" b="1" dirty="0"/>
              <a:t>User Interface</a:t>
            </a:r>
            <a:r>
              <a:rPr lang="en-GB" sz="2600" dirty="0"/>
              <a:t>: Simple and friendly design for easy navigation.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600" b="1" dirty="0"/>
              <a:t>Educational Tool</a:t>
            </a:r>
            <a:r>
              <a:rPr lang="en-GB" sz="2600" dirty="0"/>
              <a:t>: Aimed at helping users understand online banking and gain confidence in using digital banking services</a:t>
            </a:r>
            <a:r>
              <a:rPr lang="en-GB" sz="2800" dirty="0"/>
              <a:t>.</a:t>
            </a:r>
            <a:endParaRPr lang="en-GB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3605749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87A7CF-2E4F-C324-0DDD-86F902FE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for Online Banking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BB23A4C-ED42-66E9-CDED-D4090AD23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76" y="1690689"/>
            <a:ext cx="10611777" cy="4410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             Key features provide in Online Banking.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101" name="Picture 5" descr="Settings ">
            <a:extLst>
              <a:ext uri="{FF2B5EF4-FFF2-40B4-BE49-F238E27FC236}">
                <a16:creationId xmlns:a16="http://schemas.microsoft.com/office/drawing/2014/main" id="{3DCB4BB7-1B3D-5597-617C-2B5DABC91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6985"/>
            <a:ext cx="609599" cy="68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7">
            <a:extLst>
              <a:ext uri="{FF2B5EF4-FFF2-40B4-BE49-F238E27FC236}">
                <a16:creationId xmlns:a16="http://schemas.microsoft.com/office/drawing/2014/main" id="{96A8E5DB-8405-6121-8E84-4C78969D6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399" y="2325071"/>
            <a:ext cx="122960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 Creation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Users can set up their virtual bank accounts.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Login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Safe access to personal accounts.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Check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Users can view their current account balance.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History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record of past transactions is available.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 Transfers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Easy transfer of money between accounts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646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8EF6-BEC0-4EDA-02B0-477309570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63" y="558993"/>
            <a:ext cx="10850137" cy="1325563"/>
          </a:xfrm>
        </p:spPr>
        <p:txBody>
          <a:bodyPr/>
          <a:lstStyle/>
          <a:p>
            <a:r>
              <a:rPr lang="en-IN" dirty="0"/>
              <a:t>Objective of Online Banking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8EC3-69D3-6972-9384-A4C8A44A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36" y="1717288"/>
            <a:ext cx="7157225" cy="428125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User Interface</a:t>
            </a:r>
            <a:r>
              <a:rPr lang="en-IN" sz="2400" dirty="0"/>
              <a:t>: </a:t>
            </a:r>
            <a:r>
              <a:rPr lang="en-GB" sz="2400" dirty="0"/>
              <a:t>To develop a user-friendly and intuitive interface that simulates a real online banking experience.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dirty="0"/>
              <a:t>Core Functionality</a:t>
            </a:r>
            <a:r>
              <a:rPr lang="en-GB" sz="2400" dirty="0"/>
              <a:t>: To implement core banking functionalities such as account </a:t>
            </a:r>
            <a:r>
              <a:rPr lang="en-GB" sz="2400" dirty="0" err="1"/>
              <a:t>creation,deposits</a:t>
            </a:r>
            <a:r>
              <a:rPr lang="en-GB" sz="2400" dirty="0"/>
              <a:t>, withdrawals, and balance </a:t>
            </a:r>
            <a:r>
              <a:rPr lang="en-GB" sz="2400" dirty="0" err="1"/>
              <a:t>inquiries.Data</a:t>
            </a:r>
            <a:r>
              <a:rPr lang="en-GB" sz="2400" dirty="0"/>
              <a:t> Security to prioritize data security by implementing measures to protect sensitive user information and transactions.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dirty="0"/>
              <a:t>Data Security: </a:t>
            </a:r>
            <a:r>
              <a:rPr lang="en-GB" sz="2400" dirty="0"/>
              <a:t>To prioritize data security by implementing measures to protect sensitive user information and transactions</a:t>
            </a:r>
            <a:r>
              <a:rPr lang="en-GB" dirty="0"/>
              <a:t>.</a:t>
            </a:r>
            <a:endParaRPr lang="en-IN" dirty="0"/>
          </a:p>
        </p:txBody>
      </p:sp>
      <p:pic>
        <p:nvPicPr>
          <p:cNvPr id="6146" name="Picture 2" descr="Objectives ">
            <a:extLst>
              <a:ext uri="{FF2B5EF4-FFF2-40B4-BE49-F238E27FC236}">
                <a16:creationId xmlns:a16="http://schemas.microsoft.com/office/drawing/2014/main" id="{521C4AC6-65BD-B712-D57E-CCB523CBC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695" y="1717288"/>
            <a:ext cx="3256157" cy="361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42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69FE-1A6C-7030-2ECC-1DEF3D682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of Online Banking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31D53-A5E6-B05A-247B-FCC41B833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773"/>
            <a:ext cx="10515600" cy="4683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          Account Management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GB" sz="2400" dirty="0"/>
              <a:t>Allows users to view account balances, transaction histories, and manage their personal information.</a:t>
            </a:r>
          </a:p>
          <a:p>
            <a:pPr marL="0" indent="0">
              <a:buNone/>
            </a:pPr>
            <a:r>
              <a:rPr lang="en-GB" dirty="0"/>
              <a:t>           </a:t>
            </a:r>
            <a:r>
              <a:rPr lang="en-GB" b="1" dirty="0"/>
              <a:t>Funds Transfer</a:t>
            </a:r>
          </a:p>
          <a:p>
            <a:pPr marL="0" indent="0">
              <a:buNone/>
            </a:pPr>
            <a:r>
              <a:rPr lang="en-GB" b="1" dirty="0"/>
              <a:t>            </a:t>
            </a:r>
            <a:r>
              <a:rPr lang="en-GB" sz="2400" dirty="0"/>
              <a:t>Enables users to securely transfer funds between their own accounts or to external recipients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          </a:t>
            </a:r>
            <a:r>
              <a:rPr lang="en-GB" b="1" dirty="0"/>
              <a:t>Bill Payment</a:t>
            </a:r>
          </a:p>
          <a:p>
            <a:pPr marL="0" indent="0">
              <a:buNone/>
            </a:pPr>
            <a:r>
              <a:rPr lang="en-GB" b="1" dirty="0"/>
              <a:t>            </a:t>
            </a:r>
            <a:r>
              <a:rPr lang="en-GB" sz="2400" dirty="0"/>
              <a:t>Offers a convenient way for  users to pay their bills and utilities directly from the online banking platforms.</a:t>
            </a:r>
          </a:p>
          <a:p>
            <a:pPr marL="0" indent="0">
              <a:buNone/>
            </a:pPr>
            <a:r>
              <a:rPr lang="en-GB" sz="2400" dirty="0"/>
              <a:t>            </a:t>
            </a:r>
            <a:endParaRPr lang="en-IN" sz="2400" dirty="0"/>
          </a:p>
        </p:txBody>
      </p:sp>
      <p:pic>
        <p:nvPicPr>
          <p:cNvPr id="5" name="Picture 2" descr="Accounting ">
            <a:extLst>
              <a:ext uri="{FF2B5EF4-FFF2-40B4-BE49-F238E27FC236}">
                <a16:creationId xmlns:a16="http://schemas.microsoft.com/office/drawing/2014/main" id="{68BC0385-DD37-F0D9-F792-448D1E4C9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73" y="1526773"/>
            <a:ext cx="578005" cy="5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ransfer ">
            <a:extLst>
              <a:ext uri="{FF2B5EF4-FFF2-40B4-BE49-F238E27FC236}">
                <a16:creationId xmlns:a16="http://schemas.microsoft.com/office/drawing/2014/main" id="{7F2EEF90-44E8-B43A-F7A2-C17447A9D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72" y="2803740"/>
            <a:ext cx="578005" cy="57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Bill ">
            <a:extLst>
              <a:ext uri="{FF2B5EF4-FFF2-40B4-BE49-F238E27FC236}">
                <a16:creationId xmlns:a16="http://schemas.microsoft.com/office/drawing/2014/main" id="{AC8AA208-B7EC-5D16-29B4-6DD05AB67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12" y="4205737"/>
            <a:ext cx="602165" cy="60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345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8226-80D7-A480-487C-5A587316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and 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E9540-4580-D1E6-FC38-2417FA5E8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508"/>
            <a:ext cx="6967654" cy="4939990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 Web Server: </a:t>
            </a:r>
            <a:r>
              <a:rPr lang="en-GB" sz="2400" dirty="0"/>
              <a:t>A reliable and scalable web server to host the online </a:t>
            </a:r>
          </a:p>
          <a:p>
            <a:pPr marL="0" indent="0">
              <a:buNone/>
            </a:pPr>
            <a:r>
              <a:rPr lang="en-GB" sz="2400" dirty="0"/>
              <a:t>banking application.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b="1" dirty="0"/>
              <a:t> Database</a:t>
            </a:r>
            <a:r>
              <a:rPr lang="en-GB" sz="2400" b="1" dirty="0"/>
              <a:t>: </a:t>
            </a:r>
            <a:r>
              <a:rPr lang="en-GB" sz="2400" dirty="0"/>
              <a:t>A secure and efficient database system to store user </a:t>
            </a:r>
          </a:p>
          <a:p>
            <a:pPr marL="0" indent="0">
              <a:buNone/>
            </a:pPr>
            <a:r>
              <a:rPr lang="en-GB" sz="2400" dirty="0"/>
              <a:t>data and financial information</a:t>
            </a:r>
            <a:r>
              <a:rPr lang="en-GB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 </a:t>
            </a:r>
            <a:r>
              <a:rPr lang="en-GB" b="1" dirty="0"/>
              <a:t>Encryption:</a:t>
            </a:r>
            <a:r>
              <a:rPr lang="en-GB" dirty="0"/>
              <a:t> </a:t>
            </a:r>
            <a:r>
              <a:rPr lang="en-GB" sz="2400" dirty="0"/>
              <a:t>Strong encryption algorithms to protect sensitive data </a:t>
            </a:r>
          </a:p>
          <a:p>
            <a:pPr marL="0" indent="0">
              <a:buNone/>
            </a:pPr>
            <a:r>
              <a:rPr lang="en-GB" sz="2400" dirty="0"/>
              <a:t>during transmission and storage</a:t>
            </a:r>
            <a:r>
              <a:rPr lang="en-GB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b="1" dirty="0"/>
              <a:t> Client Devices: </a:t>
            </a:r>
            <a:r>
              <a:rPr lang="en-GB" sz="2400" dirty="0"/>
              <a:t>A variety of devices, such as smartphones, tablets, and computers, for users to access the online banking platform.</a:t>
            </a:r>
            <a:endParaRPr lang="en-IN" sz="2400" dirty="0"/>
          </a:p>
        </p:txBody>
      </p:sp>
      <p:pic>
        <p:nvPicPr>
          <p:cNvPr id="8194" name="Picture 2" descr="45,634 Computer Hardware Software Stock Vectors and Vector Art |  Shutterstock">
            <a:extLst>
              <a:ext uri="{FF2B5EF4-FFF2-40B4-BE49-F238E27FC236}">
                <a16:creationId xmlns:a16="http://schemas.microsoft.com/office/drawing/2014/main" id="{2C0F8BE0-A814-7D8D-325E-18006EF1A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492" y="1581614"/>
            <a:ext cx="4486507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21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F198-31FE-05FD-C53F-17EFFAE8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9218" name="Picture 2" descr="A Java banking architecture">
            <a:extLst>
              <a:ext uri="{FF2B5EF4-FFF2-40B4-BE49-F238E27FC236}">
                <a16:creationId xmlns:a16="http://schemas.microsoft.com/office/drawing/2014/main" id="{FB236194-6F97-231F-6721-CF2DBDA600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515600" cy="421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017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0244-3EDC-9068-4AB2-5B6C1FE9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CAE98-7E5B-8447-C433-8CB9C6778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424" y="1825625"/>
            <a:ext cx="6389649" cy="4351338"/>
          </a:xfrm>
        </p:spPr>
        <p:txBody>
          <a:bodyPr/>
          <a:lstStyle/>
          <a:p>
            <a:r>
              <a:rPr lang="en-GB" dirty="0"/>
              <a:t>Online banking makes managing money easy and convenient. It allows us to check balances, pay bills, and transfer money anytime, from anywhere. With a focus on security and user-friendly design, online banking saves time and reduces the need to visit physical banks. Overall, it empowers us to take control of our finances and simplifies our daily banking tasks.</a:t>
            </a:r>
            <a:endParaRPr lang="en-IN" dirty="0"/>
          </a:p>
        </p:txBody>
      </p:sp>
      <p:sp>
        <p:nvSpPr>
          <p:cNvPr id="4" name="AutoShape 6" descr="33,250,643 Conversation Stock Illustrations | Depositphotos">
            <a:extLst>
              <a:ext uri="{FF2B5EF4-FFF2-40B4-BE49-F238E27FC236}">
                <a16:creationId xmlns:a16="http://schemas.microsoft.com/office/drawing/2014/main" id="{AEEAD23D-35D7-EBCB-651E-D10F7597A8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8A121-E54A-670D-FE7C-6A602C29D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979" y="1067265"/>
            <a:ext cx="4682582" cy="502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610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5383F2-51D3-4A27-929C-C0A6604A5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8252" y="2064698"/>
            <a:ext cx="3389971" cy="338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3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520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Wingdings</vt:lpstr>
      <vt:lpstr>Office Theme</vt:lpstr>
      <vt:lpstr>Online Banking Simulation…</vt:lpstr>
      <vt:lpstr>Introduction of Online Banking Simulation</vt:lpstr>
      <vt:lpstr>Abstract for Online Banking</vt:lpstr>
      <vt:lpstr>Abstract for Online Banking</vt:lpstr>
      <vt:lpstr>Objective of Online Banking</vt:lpstr>
      <vt:lpstr>Modules of Online Banking</vt:lpstr>
      <vt:lpstr>Software and Hardware Requirements</vt:lpstr>
      <vt:lpstr>Architecture Diagram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Jamil</dc:creator>
  <cp:lastModifiedBy>Sara Jamil</cp:lastModifiedBy>
  <cp:revision>1</cp:revision>
  <dcterms:created xsi:type="dcterms:W3CDTF">2024-10-29T16:17:15Z</dcterms:created>
  <dcterms:modified xsi:type="dcterms:W3CDTF">2024-10-29T18:40:55Z</dcterms:modified>
</cp:coreProperties>
</file>